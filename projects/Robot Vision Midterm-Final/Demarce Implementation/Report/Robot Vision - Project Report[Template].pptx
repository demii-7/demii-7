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80"/>
              <a:t>Robot Vision Course Project</a:t>
            </a:r>
            <a:br>
              <a:rPr lang="en" sz="3980"/>
            </a:br>
            <a:r>
              <a:rPr lang="en" sz="3980"/>
              <a:t>[Team Name]</a:t>
            </a:r>
            <a:endParaRPr sz="39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/>
              <a:t>[Team Member1 Name] (NetID1)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/>
              <a:t>[Team Member2 Name] (NetID2)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/>
              <a:t>[Team Member3 Name] (NetID3)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Description of the Problem and References (1pt)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25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3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 a few sentences, describe the problem we are trying to solve.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Cite the most important papers, tools or libraries that you will use in your solution.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Method (2pts)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Explain your strategy for solving the maze. You can use text, graphs, and whatever tools you feel, to better convey your ideas. </a:t>
            </a:r>
            <a:r>
              <a:rPr b="1" lang="en">
                <a:solidFill>
                  <a:schemeClr val="dk1"/>
                </a:solidFill>
              </a:rPr>
              <a:t>Please limit your response within 5 slides at most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